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26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3467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34670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114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554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Commitment Tracker for Gmail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35661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inbox has always had commitments in it. Rex makes them impossible to miss.</a:t>
            </a:r>
            <a:endParaRPr lang="en-US" sz="1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4EDFA72-CFCA-3817-324C-9C6FFA2CF37C}"/>
              </a:ext>
            </a:extLst>
          </p:cNvPr>
          <p:cNvSpPr/>
          <p:nvPr/>
        </p:nvSpPr>
        <p:spPr>
          <a:xfrm>
            <a:off x="457200" y="43662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Nischal Kotamraju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329184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132588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210312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Deadlines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265176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hide inside long threads with no way to surface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29184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5196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10712" y="210312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Follow-ups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0712" y="265176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forget to respond after the conversation moves 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29184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0" y="132588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91072" y="210312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Inbox Intelligence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1072" y="265176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manage volume but none understand what you owe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Rex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329184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132588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210312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265176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 reads your Gmail threads in real time using Claude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329184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5196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10712" y="210312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0712" y="265176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commitments, deadlines, and promises automatically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329184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0" y="132588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91072" y="210312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1072" y="265176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everything in a live inbox banner and inline thread cards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01168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66160" y="1645920"/>
            <a:ext cx="201168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6616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2011680" cy="9144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103120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18745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email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2103120"/>
            <a:ext cx="8229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0" y="18745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94560" y="3200400"/>
            <a:ext cx="2011680" cy="9144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9456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Database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200400"/>
            <a:ext cx="201168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Website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+ Dashboard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2560320"/>
            <a:ext cx="0" cy="6400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737360" y="3200400"/>
            <a:ext cx="457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2560320"/>
            <a:ext cx="0" cy="64008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0" y="3200400"/>
            <a:ext cx="3657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06240" y="3657600"/>
            <a:ext cx="7315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32841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/api/analyze/thread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a single email thread for commitments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/api/analyze/inbox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analyze inbox email snippets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/api/draft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AI-powered follow-up draft reply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/api/commitments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all tracked commitments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/api/commitments/:id/complete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 commitment as complete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00584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persistence at any scale, no infrastructure to manage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7556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75564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is horizontally scalable with no session 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0545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505456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usage, no self-hosted models or GPU costs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2552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Extension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25526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runs in the browser, zero server load for rendering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0050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400507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website deploys globally on Vercel's edge network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8138160" cy="109728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notifications for reminders     ·     Google Calendar sync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82880" cy="10972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8138160" cy="109728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commitment tracking     ·     Slack and Teams integration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82880" cy="10972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8138160" cy="109728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069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Multi-inbox support (Outlook, Apple Mail)     ·     Natural language search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560320" cy="150876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emails/day per professional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560320" cy="150876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workweek spent on email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560320" cy="150876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005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1.8B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03504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users worldwide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workers, freelancers, and teams who live in their inbox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4114800" cy="1645920"/>
          </a:xfrm>
          <a:prstGeom prst="rect">
            <a:avLst/>
          </a:prstGeom>
          <a:solidFill>
            <a:srgbClr val="EDE9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grows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drives adoption. Pro tier at $9/mo converts power users.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28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commitment tracker that lives inside Gmail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Nischal Kotamraju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379</Words>
  <Application>Microsoft Macintosh PowerPoint</Application>
  <PresentationFormat>On-screen Show (16:9)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Rex – AI Commitment Tracker</dc:title>
  <dc:subject>PptxGenJS Presentation</dc:subject>
  <dc:creator>Nischal Kotamraju</dc:creator>
  <cp:lastModifiedBy>Nischal Kotamraju</cp:lastModifiedBy>
  <cp:revision>2</cp:revision>
  <dcterms:created xsi:type="dcterms:W3CDTF">2026-06-10T08:13:20Z</dcterms:created>
  <dcterms:modified xsi:type="dcterms:W3CDTF">2026-06-10T08:18:18Z</dcterms:modified>
</cp:coreProperties>
</file>